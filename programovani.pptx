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AC77CF-1354-4D82-B54A-58871BA404B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D659880-8617-4D60-BA33-D502FDA7D3F2}">
      <dgm:prSet/>
      <dgm:spPr/>
      <dgm:t>
        <a:bodyPr/>
        <a:lstStyle/>
        <a:p>
          <a:r>
            <a:rPr lang="cs-CZ" dirty="0"/>
            <a:t>Jednoduchá </a:t>
          </a:r>
          <a:r>
            <a:rPr lang="cs-CZ" dirty="0" err="1"/>
            <a:t>adventura</a:t>
          </a:r>
          <a:r>
            <a:rPr lang="cs-CZ" dirty="0"/>
            <a:t> ve WPF, kde hráč kliká na objekty a postupuje příběhem . </a:t>
          </a:r>
          <a:endParaRPr lang="en-US" dirty="0"/>
        </a:p>
      </dgm:t>
    </dgm:pt>
    <dgm:pt modelId="{CBB11771-1674-4F48-9E22-7B0B4F2A188E}" type="parTrans" cxnId="{C9627FAD-7127-4B94-BB22-F09B43F9B7BB}">
      <dgm:prSet/>
      <dgm:spPr/>
      <dgm:t>
        <a:bodyPr/>
        <a:lstStyle/>
        <a:p>
          <a:endParaRPr lang="en-US"/>
        </a:p>
      </dgm:t>
    </dgm:pt>
    <dgm:pt modelId="{E6A4C8D2-D1E8-4D2A-BE47-BE980E5EE9B0}" type="sibTrans" cxnId="{C9627FAD-7127-4B94-BB22-F09B43F9B7BB}">
      <dgm:prSet/>
      <dgm:spPr/>
      <dgm:t>
        <a:bodyPr/>
        <a:lstStyle/>
        <a:p>
          <a:endParaRPr lang="en-US"/>
        </a:p>
      </dgm:t>
    </dgm:pt>
    <dgm:pt modelId="{98E4A575-7F28-4424-98EB-9E0CE7948FDA}">
      <dgm:prSet/>
      <dgm:spPr/>
      <dgm:t>
        <a:bodyPr/>
        <a:lstStyle/>
        <a:p>
          <a:r>
            <a:rPr lang="cs-CZ" dirty="0"/>
            <a:t>Program si pamatuje stav hry pomocí </a:t>
          </a:r>
          <a:r>
            <a:rPr lang="cs-CZ" dirty="0" err="1"/>
            <a:t>bool</a:t>
          </a:r>
          <a:r>
            <a:rPr lang="cs-CZ" dirty="0"/>
            <a:t> proměnných, které určují, co už hráč splnil (např. klíč, skříň, obraz). </a:t>
          </a:r>
          <a:endParaRPr lang="en-US" dirty="0"/>
        </a:p>
      </dgm:t>
    </dgm:pt>
    <dgm:pt modelId="{76EBF8B4-C300-4A8E-8ABF-B469A3DBFF42}" type="parTrans" cxnId="{C8192B9B-FF76-4566-85E1-22670EFF29E4}">
      <dgm:prSet/>
      <dgm:spPr/>
      <dgm:t>
        <a:bodyPr/>
        <a:lstStyle/>
        <a:p>
          <a:endParaRPr lang="en-US"/>
        </a:p>
      </dgm:t>
    </dgm:pt>
    <dgm:pt modelId="{618C568D-7CBD-4D24-8AC0-5972DF5A2C53}" type="sibTrans" cxnId="{C8192B9B-FF76-4566-85E1-22670EFF29E4}">
      <dgm:prSet/>
      <dgm:spPr/>
      <dgm:t>
        <a:bodyPr/>
        <a:lstStyle/>
        <a:p>
          <a:endParaRPr lang="en-US"/>
        </a:p>
      </dgm:t>
    </dgm:pt>
    <dgm:pt modelId="{DF51B0D7-1FB2-4A40-8A17-1BA29CA336B6}">
      <dgm:prSet/>
      <dgm:spPr/>
      <dgm:t>
        <a:bodyPr/>
        <a:lstStyle/>
        <a:p>
          <a:r>
            <a:rPr lang="cs-CZ" dirty="0"/>
            <a:t>Všechna tlačítka používají jednu společnou metodu, která podle Tag pozná, na co hráč klikl, a pomocí switch vykoná správnou akci. </a:t>
          </a:r>
          <a:endParaRPr lang="en-US" dirty="0"/>
        </a:p>
      </dgm:t>
    </dgm:pt>
    <dgm:pt modelId="{1E0702BF-1E08-48ED-A46C-75797ADE708A}" type="parTrans" cxnId="{027EAB9B-406B-45CA-8D29-4BA1486BDCE1}">
      <dgm:prSet/>
      <dgm:spPr/>
      <dgm:t>
        <a:bodyPr/>
        <a:lstStyle/>
        <a:p>
          <a:endParaRPr lang="en-US"/>
        </a:p>
      </dgm:t>
    </dgm:pt>
    <dgm:pt modelId="{A3381033-2F86-44EA-A025-2B074A1557F5}" type="sibTrans" cxnId="{027EAB9B-406B-45CA-8D29-4BA1486BDCE1}">
      <dgm:prSet/>
      <dgm:spPr/>
      <dgm:t>
        <a:bodyPr/>
        <a:lstStyle/>
        <a:p>
          <a:endParaRPr lang="en-US"/>
        </a:p>
      </dgm:t>
    </dgm:pt>
    <dgm:pt modelId="{FD6796A5-DAF3-4B48-B77B-1E9A45E3E19E}">
      <dgm:prSet/>
      <dgm:spPr/>
      <dgm:t>
        <a:bodyPr/>
        <a:lstStyle/>
        <a:p>
          <a:r>
            <a:rPr lang="cs-CZ" dirty="0"/>
            <a:t>Hra dynamicky mění prostředí, mění obrázky, texty a viditelnost objektů podle postupu hráče. </a:t>
          </a:r>
          <a:endParaRPr lang="en-US" dirty="0"/>
        </a:p>
      </dgm:t>
    </dgm:pt>
    <dgm:pt modelId="{9DB84BF5-306E-4943-837D-DC0ED3AA200D}" type="parTrans" cxnId="{AEC0D467-5ED4-4B89-A3CF-E7D98B3D4076}">
      <dgm:prSet/>
      <dgm:spPr/>
      <dgm:t>
        <a:bodyPr/>
        <a:lstStyle/>
        <a:p>
          <a:endParaRPr lang="en-US"/>
        </a:p>
      </dgm:t>
    </dgm:pt>
    <dgm:pt modelId="{0FE94344-44D1-4157-A11E-31EA30D72566}" type="sibTrans" cxnId="{AEC0D467-5ED4-4B89-A3CF-E7D98B3D4076}">
      <dgm:prSet/>
      <dgm:spPr/>
      <dgm:t>
        <a:bodyPr/>
        <a:lstStyle/>
        <a:p>
          <a:endParaRPr lang="en-US"/>
        </a:p>
      </dgm:t>
    </dgm:pt>
    <dgm:pt modelId="{601B27E5-4E45-4A22-BDDC-9CA51F7712BB}" type="pres">
      <dgm:prSet presAssocID="{63AC77CF-1354-4D82-B54A-58871BA404B7}" presName="linear" presStyleCnt="0">
        <dgm:presLayoutVars>
          <dgm:animLvl val="lvl"/>
          <dgm:resizeHandles val="exact"/>
        </dgm:presLayoutVars>
      </dgm:prSet>
      <dgm:spPr/>
    </dgm:pt>
    <dgm:pt modelId="{64B23353-9F8C-4B12-8178-523A7356CE44}" type="pres">
      <dgm:prSet presAssocID="{5D659880-8617-4D60-BA33-D502FDA7D3F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2AD7A94-32D5-436A-AAE1-B5A45BC02B5E}" type="pres">
      <dgm:prSet presAssocID="{E6A4C8D2-D1E8-4D2A-BE47-BE980E5EE9B0}" presName="spacer" presStyleCnt="0"/>
      <dgm:spPr/>
    </dgm:pt>
    <dgm:pt modelId="{42352A95-CDBE-4782-A2E5-45B3572C932C}" type="pres">
      <dgm:prSet presAssocID="{98E4A575-7F28-4424-98EB-9E0CE7948FD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FBC763B-8D32-411D-BF47-DFA1E1788D81}" type="pres">
      <dgm:prSet presAssocID="{618C568D-7CBD-4D24-8AC0-5972DF5A2C53}" presName="spacer" presStyleCnt="0"/>
      <dgm:spPr/>
    </dgm:pt>
    <dgm:pt modelId="{19D47AB0-5971-4D70-A408-A404309579EA}" type="pres">
      <dgm:prSet presAssocID="{DF51B0D7-1FB2-4A40-8A17-1BA29CA336B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02D8659-1A8A-4FFD-A630-DBFC08CAB18D}" type="pres">
      <dgm:prSet presAssocID="{A3381033-2F86-44EA-A025-2B074A1557F5}" presName="spacer" presStyleCnt="0"/>
      <dgm:spPr/>
    </dgm:pt>
    <dgm:pt modelId="{A5F7CC24-ED0F-4169-81D2-CDA2C7217D2C}" type="pres">
      <dgm:prSet presAssocID="{FD6796A5-DAF3-4B48-B77B-1E9A45E3E19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61A0939-681F-4D9C-A023-899A1D50759F}" type="presOf" srcId="{5D659880-8617-4D60-BA33-D502FDA7D3F2}" destId="{64B23353-9F8C-4B12-8178-523A7356CE44}" srcOrd="0" destOrd="0" presId="urn:microsoft.com/office/officeart/2005/8/layout/vList2"/>
    <dgm:cxn modelId="{AEC0D467-5ED4-4B89-A3CF-E7D98B3D4076}" srcId="{63AC77CF-1354-4D82-B54A-58871BA404B7}" destId="{FD6796A5-DAF3-4B48-B77B-1E9A45E3E19E}" srcOrd="3" destOrd="0" parTransId="{9DB84BF5-306E-4943-837D-DC0ED3AA200D}" sibTransId="{0FE94344-44D1-4157-A11E-31EA30D72566}"/>
    <dgm:cxn modelId="{04EAAE91-923E-4F9D-B95A-7617877C9343}" type="presOf" srcId="{63AC77CF-1354-4D82-B54A-58871BA404B7}" destId="{601B27E5-4E45-4A22-BDDC-9CA51F7712BB}" srcOrd="0" destOrd="0" presId="urn:microsoft.com/office/officeart/2005/8/layout/vList2"/>
    <dgm:cxn modelId="{C8192B9B-FF76-4566-85E1-22670EFF29E4}" srcId="{63AC77CF-1354-4D82-B54A-58871BA404B7}" destId="{98E4A575-7F28-4424-98EB-9E0CE7948FDA}" srcOrd="1" destOrd="0" parTransId="{76EBF8B4-C300-4A8E-8ABF-B469A3DBFF42}" sibTransId="{618C568D-7CBD-4D24-8AC0-5972DF5A2C53}"/>
    <dgm:cxn modelId="{027EAB9B-406B-45CA-8D29-4BA1486BDCE1}" srcId="{63AC77CF-1354-4D82-B54A-58871BA404B7}" destId="{DF51B0D7-1FB2-4A40-8A17-1BA29CA336B6}" srcOrd="2" destOrd="0" parTransId="{1E0702BF-1E08-48ED-A46C-75797ADE708A}" sibTransId="{A3381033-2F86-44EA-A025-2B074A1557F5}"/>
    <dgm:cxn modelId="{C9627FAD-7127-4B94-BB22-F09B43F9B7BB}" srcId="{63AC77CF-1354-4D82-B54A-58871BA404B7}" destId="{5D659880-8617-4D60-BA33-D502FDA7D3F2}" srcOrd="0" destOrd="0" parTransId="{CBB11771-1674-4F48-9E22-7B0B4F2A188E}" sibTransId="{E6A4C8D2-D1E8-4D2A-BE47-BE980E5EE9B0}"/>
    <dgm:cxn modelId="{F7E913D3-2FCB-4BFE-ADFE-87964F266F4F}" type="presOf" srcId="{98E4A575-7F28-4424-98EB-9E0CE7948FDA}" destId="{42352A95-CDBE-4782-A2E5-45B3572C932C}" srcOrd="0" destOrd="0" presId="urn:microsoft.com/office/officeart/2005/8/layout/vList2"/>
    <dgm:cxn modelId="{DFCB84D9-EE7F-4832-963A-706356C0D516}" type="presOf" srcId="{DF51B0D7-1FB2-4A40-8A17-1BA29CA336B6}" destId="{19D47AB0-5971-4D70-A408-A404309579EA}" srcOrd="0" destOrd="0" presId="urn:microsoft.com/office/officeart/2005/8/layout/vList2"/>
    <dgm:cxn modelId="{FEB0C9F5-F958-4618-9087-692A727CAC4C}" type="presOf" srcId="{FD6796A5-DAF3-4B48-B77B-1E9A45E3E19E}" destId="{A5F7CC24-ED0F-4169-81D2-CDA2C7217D2C}" srcOrd="0" destOrd="0" presId="urn:microsoft.com/office/officeart/2005/8/layout/vList2"/>
    <dgm:cxn modelId="{17F7708E-7974-4154-8CC0-C7926CCA317E}" type="presParOf" srcId="{601B27E5-4E45-4A22-BDDC-9CA51F7712BB}" destId="{64B23353-9F8C-4B12-8178-523A7356CE44}" srcOrd="0" destOrd="0" presId="urn:microsoft.com/office/officeart/2005/8/layout/vList2"/>
    <dgm:cxn modelId="{CF01AF45-84D9-4C71-955B-4E5026374C62}" type="presParOf" srcId="{601B27E5-4E45-4A22-BDDC-9CA51F7712BB}" destId="{62AD7A94-32D5-436A-AAE1-B5A45BC02B5E}" srcOrd="1" destOrd="0" presId="urn:microsoft.com/office/officeart/2005/8/layout/vList2"/>
    <dgm:cxn modelId="{E5FE751C-098E-47A6-AE08-393310AB03A8}" type="presParOf" srcId="{601B27E5-4E45-4A22-BDDC-9CA51F7712BB}" destId="{42352A95-CDBE-4782-A2E5-45B3572C932C}" srcOrd="2" destOrd="0" presId="urn:microsoft.com/office/officeart/2005/8/layout/vList2"/>
    <dgm:cxn modelId="{60E2B808-0AB3-4CA3-BFF8-F776FF05BD16}" type="presParOf" srcId="{601B27E5-4E45-4A22-BDDC-9CA51F7712BB}" destId="{CFBC763B-8D32-411D-BF47-DFA1E1788D81}" srcOrd="3" destOrd="0" presId="urn:microsoft.com/office/officeart/2005/8/layout/vList2"/>
    <dgm:cxn modelId="{B37F4992-7F87-4E1E-9B99-574F1D0074B9}" type="presParOf" srcId="{601B27E5-4E45-4A22-BDDC-9CA51F7712BB}" destId="{19D47AB0-5971-4D70-A408-A404309579EA}" srcOrd="4" destOrd="0" presId="urn:microsoft.com/office/officeart/2005/8/layout/vList2"/>
    <dgm:cxn modelId="{8F6C260F-2EEE-46FF-B9B2-99934B2A2C98}" type="presParOf" srcId="{601B27E5-4E45-4A22-BDDC-9CA51F7712BB}" destId="{002D8659-1A8A-4FFD-A630-DBFC08CAB18D}" srcOrd="5" destOrd="0" presId="urn:microsoft.com/office/officeart/2005/8/layout/vList2"/>
    <dgm:cxn modelId="{0534F85A-EFB9-4EEB-82C0-430657870451}" type="presParOf" srcId="{601B27E5-4E45-4A22-BDDC-9CA51F7712BB}" destId="{A5F7CC24-ED0F-4169-81D2-CDA2C7217D2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48A50F-46F4-406D-8613-1509E26ADB8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E8810F-12BE-47BD-A291-D9A864329C02}">
      <dgm:prSet/>
      <dgm:spPr/>
      <dgm:t>
        <a:bodyPr/>
        <a:lstStyle/>
        <a:p>
          <a:r>
            <a:rPr lang="cs-CZ" dirty="0"/>
            <a:t>Návrh ručně vytvořen v  </a:t>
          </a:r>
          <a:r>
            <a:rPr lang="cs-CZ" dirty="0" err="1"/>
            <a:t>inkscape</a:t>
          </a:r>
          <a:endParaRPr lang="en-US" dirty="0"/>
        </a:p>
      </dgm:t>
    </dgm:pt>
    <dgm:pt modelId="{4D4D1E00-5205-4462-AA14-F682A28BB319}" type="parTrans" cxnId="{3E7B0E7F-11AF-4F65-B2FC-E782E2135055}">
      <dgm:prSet/>
      <dgm:spPr/>
      <dgm:t>
        <a:bodyPr/>
        <a:lstStyle/>
        <a:p>
          <a:endParaRPr lang="en-US"/>
        </a:p>
      </dgm:t>
    </dgm:pt>
    <dgm:pt modelId="{CCF2FB2B-70DA-4957-986C-18CEE05E579E}" type="sibTrans" cxnId="{3E7B0E7F-11AF-4F65-B2FC-E782E2135055}">
      <dgm:prSet/>
      <dgm:spPr/>
      <dgm:t>
        <a:bodyPr/>
        <a:lstStyle/>
        <a:p>
          <a:endParaRPr lang="en-US"/>
        </a:p>
      </dgm:t>
    </dgm:pt>
    <dgm:pt modelId="{316A44DD-8ECD-49CE-A322-298F707DB6B1}">
      <dgm:prSet/>
      <dgm:spPr/>
      <dgm:t>
        <a:bodyPr/>
        <a:lstStyle/>
        <a:p>
          <a:r>
            <a:rPr lang="cs-CZ"/>
            <a:t>Úprava přes Google Gemini</a:t>
          </a:r>
          <a:endParaRPr lang="en-US"/>
        </a:p>
      </dgm:t>
    </dgm:pt>
    <dgm:pt modelId="{2C888610-397C-4F10-BBA2-14423301462E}" type="parTrans" cxnId="{7AF4541D-EBF8-4A8A-BB89-BA436B26B9DA}">
      <dgm:prSet/>
      <dgm:spPr/>
      <dgm:t>
        <a:bodyPr/>
        <a:lstStyle/>
        <a:p>
          <a:endParaRPr lang="en-US"/>
        </a:p>
      </dgm:t>
    </dgm:pt>
    <dgm:pt modelId="{5CC5D845-6D6A-4AC1-85FE-2A04AFFFC2E8}" type="sibTrans" cxnId="{7AF4541D-EBF8-4A8A-BB89-BA436B26B9DA}">
      <dgm:prSet/>
      <dgm:spPr/>
      <dgm:t>
        <a:bodyPr/>
        <a:lstStyle/>
        <a:p>
          <a:endParaRPr lang="en-US"/>
        </a:p>
      </dgm:t>
    </dgm:pt>
    <dgm:pt modelId="{82BA28F4-DA6B-4BE3-945D-62C11E6367FB}" type="pres">
      <dgm:prSet presAssocID="{5A48A50F-46F4-406D-8613-1509E26ADB8B}" presName="linear" presStyleCnt="0">
        <dgm:presLayoutVars>
          <dgm:animLvl val="lvl"/>
          <dgm:resizeHandles val="exact"/>
        </dgm:presLayoutVars>
      </dgm:prSet>
      <dgm:spPr/>
    </dgm:pt>
    <dgm:pt modelId="{99F09B2B-532E-40AA-8BAC-74D4097C6BAD}" type="pres">
      <dgm:prSet presAssocID="{8CE8810F-12BE-47BD-A291-D9A864329C0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462D5A6-4FEB-4F6C-B805-F65BF307C2FA}" type="pres">
      <dgm:prSet presAssocID="{CCF2FB2B-70DA-4957-986C-18CEE05E579E}" presName="spacer" presStyleCnt="0"/>
      <dgm:spPr/>
    </dgm:pt>
    <dgm:pt modelId="{727132B5-4458-41E6-8883-55AD968DFE12}" type="pres">
      <dgm:prSet presAssocID="{316A44DD-8ECD-49CE-A322-298F707DB6B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AF4541D-EBF8-4A8A-BB89-BA436B26B9DA}" srcId="{5A48A50F-46F4-406D-8613-1509E26ADB8B}" destId="{316A44DD-8ECD-49CE-A322-298F707DB6B1}" srcOrd="1" destOrd="0" parTransId="{2C888610-397C-4F10-BBA2-14423301462E}" sibTransId="{5CC5D845-6D6A-4AC1-85FE-2A04AFFFC2E8}"/>
    <dgm:cxn modelId="{53D2501F-F7AF-4733-8B0E-A2AEFC35A10B}" type="presOf" srcId="{316A44DD-8ECD-49CE-A322-298F707DB6B1}" destId="{727132B5-4458-41E6-8883-55AD968DFE12}" srcOrd="0" destOrd="0" presId="urn:microsoft.com/office/officeart/2005/8/layout/vList2"/>
    <dgm:cxn modelId="{3E7B0E7F-11AF-4F65-B2FC-E782E2135055}" srcId="{5A48A50F-46F4-406D-8613-1509E26ADB8B}" destId="{8CE8810F-12BE-47BD-A291-D9A864329C02}" srcOrd="0" destOrd="0" parTransId="{4D4D1E00-5205-4462-AA14-F682A28BB319}" sibTransId="{CCF2FB2B-70DA-4957-986C-18CEE05E579E}"/>
    <dgm:cxn modelId="{CA991EED-61B4-4850-9E9B-1BB982C1600E}" type="presOf" srcId="{5A48A50F-46F4-406D-8613-1509E26ADB8B}" destId="{82BA28F4-DA6B-4BE3-945D-62C11E6367FB}" srcOrd="0" destOrd="0" presId="urn:microsoft.com/office/officeart/2005/8/layout/vList2"/>
    <dgm:cxn modelId="{A3911EF8-FED6-4C24-BA94-FDC4AF3CE88F}" type="presOf" srcId="{8CE8810F-12BE-47BD-A291-D9A864329C02}" destId="{99F09B2B-532E-40AA-8BAC-74D4097C6BAD}" srcOrd="0" destOrd="0" presId="urn:microsoft.com/office/officeart/2005/8/layout/vList2"/>
    <dgm:cxn modelId="{CC06E209-9B94-4851-A71F-0EAC61999CBB}" type="presParOf" srcId="{82BA28F4-DA6B-4BE3-945D-62C11E6367FB}" destId="{99F09B2B-532E-40AA-8BAC-74D4097C6BAD}" srcOrd="0" destOrd="0" presId="urn:microsoft.com/office/officeart/2005/8/layout/vList2"/>
    <dgm:cxn modelId="{6145254F-50ED-40A1-8ACC-58C504C648C0}" type="presParOf" srcId="{82BA28F4-DA6B-4BE3-945D-62C11E6367FB}" destId="{E462D5A6-4FEB-4F6C-B805-F65BF307C2FA}" srcOrd="1" destOrd="0" presId="urn:microsoft.com/office/officeart/2005/8/layout/vList2"/>
    <dgm:cxn modelId="{07D975AD-E1EC-4579-B2FF-85A11AEE4A0C}" type="presParOf" srcId="{82BA28F4-DA6B-4BE3-945D-62C11E6367FB}" destId="{727132B5-4458-41E6-8883-55AD968DFE1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B23353-9F8C-4B12-8178-523A7356CE44}">
      <dsp:nvSpPr>
        <dsp:cNvPr id="0" name=""/>
        <dsp:cNvSpPr/>
      </dsp:nvSpPr>
      <dsp:spPr>
        <a:xfrm>
          <a:off x="0" y="54331"/>
          <a:ext cx="6666833" cy="128663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kern="1200" dirty="0"/>
            <a:t>Jednoduchá </a:t>
          </a:r>
          <a:r>
            <a:rPr lang="cs-CZ" sz="2300" kern="1200" dirty="0" err="1"/>
            <a:t>adventura</a:t>
          </a:r>
          <a:r>
            <a:rPr lang="cs-CZ" sz="2300" kern="1200" dirty="0"/>
            <a:t> ve WPF, kde hráč kliká na objekty a postupuje příběhem . </a:t>
          </a:r>
          <a:endParaRPr lang="en-US" sz="2300" kern="1200" dirty="0"/>
        </a:p>
      </dsp:txBody>
      <dsp:txXfrm>
        <a:off x="62808" y="117139"/>
        <a:ext cx="6541217" cy="1161018"/>
      </dsp:txXfrm>
    </dsp:sp>
    <dsp:sp modelId="{42352A95-CDBE-4782-A2E5-45B3572C932C}">
      <dsp:nvSpPr>
        <dsp:cNvPr id="0" name=""/>
        <dsp:cNvSpPr/>
      </dsp:nvSpPr>
      <dsp:spPr>
        <a:xfrm>
          <a:off x="0" y="1407205"/>
          <a:ext cx="6666833" cy="1286634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kern="1200" dirty="0"/>
            <a:t>Program si pamatuje stav hry pomocí </a:t>
          </a:r>
          <a:r>
            <a:rPr lang="cs-CZ" sz="2300" kern="1200" dirty="0" err="1"/>
            <a:t>bool</a:t>
          </a:r>
          <a:r>
            <a:rPr lang="cs-CZ" sz="2300" kern="1200" dirty="0"/>
            <a:t> proměnných, které určují, co už hráč splnil (např. klíč, skříň, obraz). </a:t>
          </a:r>
          <a:endParaRPr lang="en-US" sz="2300" kern="1200" dirty="0"/>
        </a:p>
      </dsp:txBody>
      <dsp:txXfrm>
        <a:off x="62808" y="1470013"/>
        <a:ext cx="6541217" cy="1161018"/>
      </dsp:txXfrm>
    </dsp:sp>
    <dsp:sp modelId="{19D47AB0-5971-4D70-A408-A404309579EA}">
      <dsp:nvSpPr>
        <dsp:cNvPr id="0" name=""/>
        <dsp:cNvSpPr/>
      </dsp:nvSpPr>
      <dsp:spPr>
        <a:xfrm>
          <a:off x="0" y="2760080"/>
          <a:ext cx="6666833" cy="1286634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kern="1200" dirty="0"/>
            <a:t>Všechna tlačítka používají jednu společnou metodu, která podle Tag pozná, na co hráč klikl, a pomocí switch vykoná správnou akci. </a:t>
          </a:r>
          <a:endParaRPr lang="en-US" sz="2300" kern="1200" dirty="0"/>
        </a:p>
      </dsp:txBody>
      <dsp:txXfrm>
        <a:off x="62808" y="2822888"/>
        <a:ext cx="6541217" cy="1161018"/>
      </dsp:txXfrm>
    </dsp:sp>
    <dsp:sp modelId="{A5F7CC24-ED0F-4169-81D2-CDA2C7217D2C}">
      <dsp:nvSpPr>
        <dsp:cNvPr id="0" name=""/>
        <dsp:cNvSpPr/>
      </dsp:nvSpPr>
      <dsp:spPr>
        <a:xfrm>
          <a:off x="0" y="4112954"/>
          <a:ext cx="6666833" cy="1286634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kern="1200" dirty="0"/>
            <a:t>Hra dynamicky mění prostředí, mění obrázky, texty a viditelnost objektů podle postupu hráče. </a:t>
          </a:r>
          <a:endParaRPr lang="en-US" sz="2300" kern="1200" dirty="0"/>
        </a:p>
      </dsp:txBody>
      <dsp:txXfrm>
        <a:off x="62808" y="4175762"/>
        <a:ext cx="6541217" cy="11610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F09B2B-532E-40AA-8BAC-74D4097C6BAD}">
      <dsp:nvSpPr>
        <dsp:cNvPr id="0" name=""/>
        <dsp:cNvSpPr/>
      </dsp:nvSpPr>
      <dsp:spPr>
        <a:xfrm>
          <a:off x="0" y="90634"/>
          <a:ext cx="8429626" cy="1081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400" kern="1200" dirty="0"/>
            <a:t>Návrh ručně vytvořen v  </a:t>
          </a:r>
          <a:r>
            <a:rPr lang="cs-CZ" sz="4400" kern="1200" dirty="0" err="1"/>
            <a:t>inkscape</a:t>
          </a:r>
          <a:endParaRPr lang="en-US" sz="4400" kern="1200" dirty="0"/>
        </a:p>
      </dsp:txBody>
      <dsp:txXfrm>
        <a:off x="52774" y="143408"/>
        <a:ext cx="8324078" cy="975532"/>
      </dsp:txXfrm>
    </dsp:sp>
    <dsp:sp modelId="{727132B5-4458-41E6-8883-55AD968DFE12}">
      <dsp:nvSpPr>
        <dsp:cNvPr id="0" name=""/>
        <dsp:cNvSpPr/>
      </dsp:nvSpPr>
      <dsp:spPr>
        <a:xfrm>
          <a:off x="0" y="1298434"/>
          <a:ext cx="8429626" cy="1081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400" kern="1200"/>
            <a:t>Úprava přes Google Gemini</a:t>
          </a:r>
          <a:endParaRPr lang="en-US" sz="4400" kern="1200"/>
        </a:p>
      </dsp:txBody>
      <dsp:txXfrm>
        <a:off x="52774" y="1351208"/>
        <a:ext cx="8324078" cy="9755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EAAD98-D5E7-D796-9C25-46A30D3E3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2490E88-FD28-F502-6144-76AA6FFF4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DEE3E43-5F26-FE82-731C-C9D074358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FCA-C953-4AA2-896F-E9D3E6873A24}" type="datetimeFigureOut">
              <a:rPr lang="cs-CZ" smtClean="0"/>
              <a:t>09.06.2026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C84DEBC-6502-2BED-BEDA-583A0200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E9EA391-E1B7-9794-C11F-090D084C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EC7-2CD6-4ED7-B077-5E244367F0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14730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51EFCD-5AA2-76A3-09BF-47FA626DF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4B1CD9-7019-E531-3779-C88A0BD82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E826785-922E-AE8E-BC9F-92589DDE6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FCA-C953-4AA2-896F-E9D3E6873A24}" type="datetimeFigureOut">
              <a:rPr lang="cs-CZ" smtClean="0"/>
              <a:t>09.06.2026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1D766BC-F268-0EAC-5FE0-5EF9F2FAD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F6797D0-074F-DA49-EB66-3611D526C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EC7-2CD6-4ED7-B077-5E244367F0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91321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4705D1-A6A6-FF7F-D1B7-6FE845ABB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5D82BB8-1213-8633-6780-39DDC562E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37226DD-6E47-5374-CD68-ED15AC5FC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FCA-C953-4AA2-896F-E9D3E6873A24}" type="datetimeFigureOut">
              <a:rPr lang="cs-CZ" smtClean="0"/>
              <a:t>09.06.2026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C1EA749-35A9-9307-39AA-24CC60FE4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6E70F37-DFC2-52B6-4253-068DC30D8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EC7-2CD6-4ED7-B077-5E244367F0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1300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718E25-07BC-21B2-E614-69D4A94F3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8E6CE41-099E-94CD-8003-29713E01F0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2403903-A4FB-6932-BBBF-7E552BBBB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CF08A0A-A12B-20E3-E924-CFA39DDB3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FCA-C953-4AA2-896F-E9D3E6873A24}" type="datetimeFigureOut">
              <a:rPr lang="cs-CZ" smtClean="0"/>
              <a:t>09.06.2026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90AE71D-C947-BEE8-A06C-779B1D581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4D64017-2C4C-163D-20A7-606BFE530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EC7-2CD6-4ED7-B077-5E244367F0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96915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703352-D1A7-41F6-8093-507A9F2FF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47225DB-264B-C092-B085-85E8ACCF2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43847D6-5C13-A990-B83E-986D3E0CA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3F8CAFD7-C5F7-1955-D7F1-E366B3EE4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8196EBD-84DC-9F02-1F45-95C2494EBD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B73C86DF-54A4-A4BE-8306-40AF9AB8C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FCA-C953-4AA2-896F-E9D3E6873A24}" type="datetimeFigureOut">
              <a:rPr lang="cs-CZ" smtClean="0"/>
              <a:t>09.06.2026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12B400A1-33A3-8E70-49A0-E77B1F28D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A9D6DB8A-A6CE-C39F-66A7-2A57F5243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EC7-2CD6-4ED7-B077-5E244367F0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4102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A39E6B-8909-FC53-55F2-370800FEE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B17A454E-0F4B-985E-DCF9-6BB57FAE0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FCA-C953-4AA2-896F-E9D3E6873A24}" type="datetimeFigureOut">
              <a:rPr lang="cs-CZ" smtClean="0"/>
              <a:t>09.06.2026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AD6D871-E26B-DF51-A9E6-0CF130AED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108634E-9A20-4F86-99EC-E226D7DF1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EC7-2CD6-4ED7-B077-5E244367F0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19254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3B5B5124-8ACC-2709-77BB-C339E05EC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FCA-C953-4AA2-896F-E9D3E6873A24}" type="datetimeFigureOut">
              <a:rPr lang="cs-CZ" smtClean="0"/>
              <a:t>09.06.2026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62F51A8-D79C-F7D4-BB14-2C588022C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B662B19-C1F2-E587-DEE6-E694B1874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EC7-2CD6-4ED7-B077-5E244367F0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1763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23FD1F-87E1-996C-1A45-165D29B38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5032415-63A7-29DA-DCCD-3027C7313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5340E1F-D191-99BD-4CFD-67C69750A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F8DF91C-FB10-B4A0-DA02-7771DF189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FCA-C953-4AA2-896F-E9D3E6873A24}" type="datetimeFigureOut">
              <a:rPr lang="cs-CZ" smtClean="0"/>
              <a:t>09.06.2026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7832341-4D01-4257-9468-22290C897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964EA80-1384-00CB-3F0A-7D0D9E7D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EC7-2CD6-4ED7-B077-5E244367F0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6252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F086AF-9B97-9484-7268-50580914A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19532272-6ABD-0EB5-B2F0-0B2436B5F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FD86958-941C-3DE9-2826-04AB675F5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D3D8B66-933A-CEEE-77CA-6450E6C6A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FCA-C953-4AA2-896F-E9D3E6873A24}" type="datetimeFigureOut">
              <a:rPr lang="cs-CZ" smtClean="0"/>
              <a:t>09.06.2026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4BEC0E8-5BA4-77A9-6C91-1A0510F2B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7FFFA76-6FC8-8B7D-4272-F662DD9B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EC7-2CD6-4ED7-B077-5E244367F0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8721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03C3C6-0EE1-3839-0D23-A5ADE9D1C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A4B4627-6D09-C4DB-CC1B-F59AC076C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E1C2DEF-D15C-EE6D-C4BE-BBDF3FD29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FCA-C953-4AA2-896F-E9D3E6873A24}" type="datetimeFigureOut">
              <a:rPr lang="cs-CZ" smtClean="0"/>
              <a:t>09.06.2026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4794A2F-54FC-1FC9-EDE6-B73316474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F0FB6DC-1B02-FCF4-3DFC-1EBE23B8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EC7-2CD6-4ED7-B077-5E244367F0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39492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AF596C5A-F245-480A-CA43-F2DFDF6D2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52CD924-20CA-60DF-CB4D-961CBA15E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404FE4B-EF9D-9010-3CF1-935A0FBF5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FCA-C953-4AA2-896F-E9D3E6873A24}" type="datetimeFigureOut">
              <a:rPr lang="cs-CZ" smtClean="0"/>
              <a:t>09.06.2026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D9D5941-03AD-95D5-8761-5D604645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6B5E937-A49C-6B69-F88B-E11A0B15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EC7-2CD6-4ED7-B077-5E244367F0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003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2B9F519A-CFC0-6D66-28C6-481ACF44C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B4E2CF0-CEC0-C577-53D5-E523C0454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169288B-3766-FAE4-B069-E7B9E2507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8B6FCA-C953-4AA2-896F-E9D3E6873A24}" type="datetimeFigureOut">
              <a:rPr lang="cs-CZ" smtClean="0"/>
              <a:t>09.06.2026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9D43722-1614-42CD-8043-E7875CB6B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31E418B-49BB-FA61-0F5C-84C1187E2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2F6EC7-2CD6-4ED7-B077-5E244367F0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64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Jak se dostat k programování formou hraní her - nezávislé RECENZE">
            <a:extLst>
              <a:ext uri="{FF2B5EF4-FFF2-40B4-BE49-F238E27FC236}">
                <a16:creationId xmlns:a16="http://schemas.microsoft.com/office/drawing/2014/main" id="{058E1A2B-A466-C570-2814-B46A3505449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778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3170DFF3-EC71-F4BF-0152-7B9519553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cs-CZ" sz="7200" b="1" dirty="0">
                <a:solidFill>
                  <a:srgbClr val="FFFFFF"/>
                </a:solidFill>
              </a:rPr>
              <a:t>Ročníkový projekt</a:t>
            </a:r>
            <a:br>
              <a:rPr lang="cs-CZ" sz="7200" b="1" dirty="0">
                <a:solidFill>
                  <a:srgbClr val="FFFFFF"/>
                </a:solidFill>
              </a:rPr>
            </a:br>
            <a:r>
              <a:rPr lang="cs-CZ" sz="7200" b="1" dirty="0">
                <a:solidFill>
                  <a:srgbClr val="FFFFFF"/>
                </a:solidFill>
              </a:rPr>
              <a:t>programování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2D44774-72FA-04C5-A761-475CCDB40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cs-CZ" b="1" dirty="0">
                <a:solidFill>
                  <a:srgbClr val="FFFFFF"/>
                </a:solidFill>
              </a:rPr>
              <a:t>Filip Bříza</a:t>
            </a:r>
          </a:p>
        </p:txBody>
      </p:sp>
    </p:spTree>
    <p:extLst>
      <p:ext uri="{BB962C8B-B14F-4D97-AF65-F5344CB8AC3E}">
        <p14:creationId xmlns:p14="http://schemas.microsoft.com/office/powerpoint/2010/main" val="4264545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765BE8-6482-214A-9B92-A349AF77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Zvolený programovací jazyk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3084CFE-06ED-0529-8541-AB99BEC3C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Jazyk C#</a:t>
            </a:r>
          </a:p>
          <a:p>
            <a:r>
              <a:rPr lang="cs-CZ" dirty="0"/>
              <a:t>WPF (XAML)</a:t>
            </a:r>
          </a:p>
        </p:txBody>
      </p:sp>
    </p:spTree>
    <p:extLst>
      <p:ext uri="{BB962C8B-B14F-4D97-AF65-F5344CB8AC3E}">
        <p14:creationId xmlns:p14="http://schemas.microsoft.com/office/powerpoint/2010/main" val="2318513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BFFE757-CCC7-2B11-4FDC-33E20DE89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Jak funguje hra uvnitř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DE0AC8E8-1C0D-3934-801F-35A037C269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949067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1827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C9AD180-BC63-EDC6-E484-A2706C9EC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cs-CZ" sz="3600">
                <a:solidFill>
                  <a:schemeClr val="tx2"/>
                </a:solidFill>
              </a:rPr>
              <a:t>Časová náročnost</a:t>
            </a:r>
          </a:p>
        </p:txBody>
      </p:sp>
      <p:pic>
        <p:nvPicPr>
          <p:cNvPr id="7" name="Graphic 6" descr="Hodiny">
            <a:extLst>
              <a:ext uri="{FF2B5EF4-FFF2-40B4-BE49-F238E27FC236}">
                <a16:creationId xmlns:a16="http://schemas.microsoft.com/office/drawing/2014/main" id="{DB4D66C6-0F40-73AA-63B5-721461E28E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42D9261-B560-954D-BC88-046EE3AAD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cs-CZ" sz="3200" b="1" dirty="0">
                <a:solidFill>
                  <a:schemeClr val="tx2"/>
                </a:solidFill>
              </a:rPr>
              <a:t>Cca 15 hodin čistého času</a:t>
            </a:r>
          </a:p>
          <a:p>
            <a:r>
              <a:rPr lang="cs-CZ" sz="3200" dirty="0">
                <a:solidFill>
                  <a:schemeClr val="tx2"/>
                </a:solidFill>
              </a:rPr>
              <a:t>3-4 Hodiny XAML</a:t>
            </a:r>
          </a:p>
          <a:p>
            <a:r>
              <a:rPr lang="cs-CZ" sz="3600" b="1" dirty="0">
                <a:solidFill>
                  <a:srgbClr val="FF0000"/>
                </a:solidFill>
              </a:rPr>
              <a:t>6-7</a:t>
            </a:r>
            <a:r>
              <a:rPr lang="cs-CZ" sz="3200" dirty="0">
                <a:solidFill>
                  <a:schemeClr val="tx2"/>
                </a:solidFill>
              </a:rPr>
              <a:t> Hodin CS soubor</a:t>
            </a:r>
          </a:p>
          <a:p>
            <a:r>
              <a:rPr lang="cs-CZ" sz="3200" dirty="0">
                <a:solidFill>
                  <a:schemeClr val="tx2"/>
                </a:solidFill>
              </a:rPr>
              <a:t>2 Hodiny Grafika</a:t>
            </a:r>
          </a:p>
          <a:p>
            <a:r>
              <a:rPr lang="cs-CZ" sz="3200" dirty="0">
                <a:solidFill>
                  <a:schemeClr val="tx2"/>
                </a:solidFill>
              </a:rPr>
              <a:t>1-2 Hodiny ladění chyb</a:t>
            </a:r>
          </a:p>
          <a:p>
            <a:endParaRPr lang="cs-CZ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14767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BA8421-2B2E-793B-4E10-8B4724661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/>
              <a:t>Zdroje obrázků</a:t>
            </a:r>
          </a:p>
        </p:txBody>
      </p:sp>
      <p:graphicFrame>
        <p:nvGraphicFramePr>
          <p:cNvPr id="13" name="Zástupný obsah 2">
            <a:extLst>
              <a:ext uri="{FF2B5EF4-FFF2-40B4-BE49-F238E27FC236}">
                <a16:creationId xmlns:a16="http://schemas.microsoft.com/office/drawing/2014/main" id="{EC453780-B070-2C53-6A11-0958834304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3839392"/>
              </p:ext>
            </p:extLst>
          </p:nvPr>
        </p:nvGraphicFramePr>
        <p:xfrm>
          <a:off x="838200" y="1825626"/>
          <a:ext cx="8429626" cy="2470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504143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131</Words>
  <Application>Microsoft Office PowerPoint</Application>
  <PresentationFormat>Širokoúhlá obrazovka</PresentationFormat>
  <Paragraphs>19</Paragraphs>
  <Slides>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Motiv Office</vt:lpstr>
      <vt:lpstr>Ročníkový projekt programování</vt:lpstr>
      <vt:lpstr>Zvolený programovací jazyk</vt:lpstr>
      <vt:lpstr>Jak funguje hra uvnitř</vt:lpstr>
      <vt:lpstr>Časová náročnost</vt:lpstr>
      <vt:lpstr>Zdroje obrázků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 Bříza</dc:creator>
  <cp:lastModifiedBy>Filip Bříza</cp:lastModifiedBy>
  <cp:revision>1</cp:revision>
  <dcterms:created xsi:type="dcterms:W3CDTF">2026-06-09T19:11:57Z</dcterms:created>
  <dcterms:modified xsi:type="dcterms:W3CDTF">2026-06-09T20:45:39Z</dcterms:modified>
</cp:coreProperties>
</file>